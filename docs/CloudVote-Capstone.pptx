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CloudVote: a real-time multi-container voting app. The app is deliberately simple; the architecture, containerisation, CI/CD and cloud deployment are the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open the live URL, register, vote, show the live results and the admin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CloudVote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multi-container voting app, built and deployed on AWS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3977640"/>
            <a:ext cx="164592" cy="164592"/>
          </a:xfrm>
          <a:prstGeom prst="ellipse">
            <a:avLst/>
          </a:prstGeom>
          <a:solidFill>
            <a:srgbClr val="F0ABFC"/>
          </a:solidFill>
          <a:ln/>
        </p:spPr>
      </p:sp>
      <p:sp>
        <p:nvSpPr>
          <p:cNvPr id="6" name="Shape 4"/>
          <p:cNvSpPr/>
          <p:nvPr/>
        </p:nvSpPr>
        <p:spPr>
          <a:xfrm>
            <a:off x="1408176" y="397764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1700784" y="3977640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39044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Capstone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 </a:t>
            </a:r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https://voting.ibraheembello.com</a:t>
            </a:r>
            <a:pPr indent="0" marL="0"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Ibraheem Bello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CloudVote 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430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poll where people sign in, cast one vote, and watch results update live. It runs as a set of cooperating containers so the write path stays fast and the read path is cached.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6400800" cy="566928"/>
          </a:xfrm>
          <a:prstGeom prst="roundRect">
            <a:avLst>
              <a:gd name="adj" fmla="val 1935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715768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5146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one vote per user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227832"/>
            <a:ext cx="6400800" cy="566928"/>
          </a:xfrm>
          <a:prstGeom prst="roundRect">
            <a:avLst>
              <a:gd name="adj" fmla="val 1935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429000"/>
            <a:ext cx="164592" cy="164592"/>
          </a:xfrm>
          <a:prstGeom prst="ellipse">
            <a:avLst/>
          </a:prstGeom>
          <a:solidFill>
            <a:srgbClr val="F0AB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22783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queued, then persisted by a worker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941064"/>
            <a:ext cx="6400800" cy="566928"/>
          </a:xfrm>
          <a:prstGeom prst="roundRect">
            <a:avLst>
              <a:gd name="adj" fmla="val 1935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142232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9410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cached in Redis, served live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654296"/>
            <a:ext cx="6400800" cy="566928"/>
          </a:xfrm>
          <a:prstGeom prst="roundRect">
            <a:avLst>
              <a:gd name="adj" fmla="val 1935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55464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65429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live statistics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5367528"/>
            <a:ext cx="6400800" cy="566928"/>
          </a:xfrm>
          <a:prstGeom prst="roundRect">
            <a:avLst>
              <a:gd name="adj" fmla="val 1935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568696"/>
            <a:ext cx="164592" cy="16459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7280" y="53675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on every service</a:t>
            </a:r>
            <a:endParaRPr lang="en-US" sz="1500" dirty="0"/>
          </a:p>
        </p:txBody>
      </p:sp>
      <p:pic>
        <p:nvPicPr>
          <p:cNvPr id="20" name="Image 0" descr="C:/Users/bello/multi-container-voting-app/docs/app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34440"/>
            <a:ext cx="4297680" cy="2688336"/>
          </a:xfrm>
          <a:prstGeom prst="ellipse">
            <a:avLst/>
          </a:prstGeom>
        </p:spPr>
      </p:pic>
      <p:pic>
        <p:nvPicPr>
          <p:cNvPr id="21" name="Image 1" descr="C:/Users/bello/multi-container-voting-app/docs/app-bal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069080"/>
            <a:ext cx="4297680" cy="2688336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37360"/>
            <a:ext cx="164592" cy="164592"/>
          </a:xfrm>
          <a:prstGeom prst="ellipse">
            <a:avLst/>
          </a:prstGeom>
          <a:solidFill>
            <a:srgbClr val="F0AB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Spiky write load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6974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burst of votes should never slow the site or lose a vote.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1688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81728" y="1737360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results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6974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votes once, and the count must stay correct under retries.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56448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76488" y="173736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76488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concerns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26974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auth, HTTPS, health checks, logging and a repeatable deploy, not just a demo.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stays small on purpose. The learning is in the architecture and the cloud operations around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vote flows through the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37360"/>
            <a:ext cx="164592" cy="16459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1938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267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HTTPS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87168" y="2167128"/>
            <a:ext cx="457200" cy="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44368" y="1554480"/>
            <a:ext cx="2103120" cy="1234440"/>
          </a:xfrm>
          <a:prstGeom prst="roundRect">
            <a:avLst>
              <a:gd name="adj" fmla="val 8889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27248" y="1737360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81528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nginx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81528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reverse proxy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47488" y="2167128"/>
            <a:ext cx="457200" cy="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04688" y="1554480"/>
            <a:ext cx="2103120" cy="1234440"/>
          </a:xfrm>
          <a:prstGeom prst="roundRect">
            <a:avLst>
              <a:gd name="adj" fmla="val 8889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87568" y="1737360"/>
            <a:ext cx="164592" cy="164592"/>
          </a:xfrm>
          <a:prstGeom prst="ellipse">
            <a:avLst/>
          </a:prstGeom>
          <a:solidFill>
            <a:srgbClr val="F0AB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41848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41848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(nginx)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07808" y="2167128"/>
            <a:ext cx="457200" cy="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65008" y="1554480"/>
            <a:ext cx="2103120" cy="1234440"/>
          </a:xfrm>
          <a:prstGeom prst="roundRect">
            <a:avLst>
              <a:gd name="adj" fmla="val 8889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7888" y="173736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02168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02168" y="2267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16568" y="2788920"/>
            <a:ext cx="0" cy="68580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65008" y="347472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47888" y="3657600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02168" y="3858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02168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+ results cache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47472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657600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09160" y="3858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709160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BRPOP, persist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65008" y="4023360"/>
            <a:ext cx="-1389888" cy="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623560" y="4572000"/>
            <a:ext cx="0" cy="640080"/>
          </a:xfrm>
          <a:prstGeom prst="line">
            <a:avLst/>
          </a:prstGeom>
          <a:noFill/>
          <a:ln w="19050">
            <a:solidFill>
              <a:srgbClr val="9AA0B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72000" y="52120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5394960"/>
            <a:ext cx="164592" cy="16459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09160" y="5596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709160" y="59253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800" y="4572000"/>
            <a:ext cx="0" cy="1188720"/>
          </a:xfrm>
          <a:prstGeom prst="line">
            <a:avLst/>
          </a:prstGeom>
          <a:noFill/>
          <a:ln w="15240">
            <a:solidFill>
              <a:srgbClr val="2A2A3C"/>
            </a:solidFill>
            <a:prstDash val="dash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8869680" y="4937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reads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cold-cache fallback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53949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accepts a vote, flips has_voted atomically, and queues it. The worker drains the queue and writes the database with ON CONFLICT DO NOTHING, so retries never double-count.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USED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TypeScript,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64792"/>
            <a:ext cx="164592" cy="164592"/>
          </a:xfrm>
          <a:prstGeom prst="ellipse">
            <a:avLst/>
          </a:prstGeom>
          <a:solidFill>
            <a:srgbClr val="F0AB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1673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Vite, Tailwind, Framer Motion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1688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81728" y="1764792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01768" y="1673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NestJS, TypeORM, Passport JWT, bcrypt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76488" y="1764792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96528" y="1673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ioredis, node-postgres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4142232"/>
            <a:ext cx="164592" cy="16459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07008" y="4050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4663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16, Redis 7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361688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4142232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01768" y="4050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681728" y="4663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Compose, multi-stage, non-root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56448" y="3794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76488" y="4142232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96528" y="4050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CI/CD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476488" y="4663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EC2, nginx, Certbot, GitHub Actions, GHCR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main ships itself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19072"/>
            <a:ext cx="548640" cy="5486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46304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+ unit tests (API, worker), build the frontend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697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53512"/>
            <a:ext cx="548640" cy="548640"/>
          </a:xfrm>
          <a:prstGeom prst="ellipse">
            <a:avLst/>
          </a:prstGeom>
          <a:solidFill>
            <a:srgbClr val="F0AB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953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8620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push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9748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 images, push to GHCR tagged by commit SHA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3931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187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965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93192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to EC2, pull the SHA images, docker compose up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51663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22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330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+ rollback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1663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 /health, roll back to last-good on failure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tagged with the commit SHA, not only latest, so a rollback is a one-line redeploy.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PROCESS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AWS behind nginx and HTTPS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400800" cy="713232"/>
          </a:xfrm>
          <a:prstGeom prst="roundRect">
            <a:avLst>
              <a:gd name="adj" fmla="val 1538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99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7160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built in CI and pushed to GHCR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240280"/>
            <a:ext cx="6400800" cy="713232"/>
          </a:xfrm>
          <a:prstGeom prst="roundRect">
            <a:avLst>
              <a:gd name="adj" fmla="val 1538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4028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host pulls the SHA-tagged images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3108960"/>
            <a:ext cx="6400800" cy="713232"/>
          </a:xfrm>
          <a:prstGeom prst="roundRect">
            <a:avLst>
              <a:gd name="adj" fmla="val 1538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10896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brings up db, redis, api, worker, web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3977640"/>
            <a:ext cx="6400800" cy="713232"/>
          </a:xfrm>
          <a:prstGeom prst="roundRect">
            <a:avLst>
              <a:gd name="adj" fmla="val 1538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776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nginx terminates TLS and proxies to the web container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4846320"/>
            <a:ext cx="6400800" cy="713232"/>
          </a:xfrm>
          <a:prstGeom prst="roundRect">
            <a:avLst>
              <a:gd name="adj" fmla="val 15385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8463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Certbot issues and auto-renews the certificate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315200" y="1371600"/>
            <a:ext cx="4297680" cy="4343400"/>
          </a:xfrm>
          <a:prstGeom prst="roundRect">
            <a:avLst>
              <a:gd name="adj" fmla="val 2553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103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(shared with the portfolio site)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2788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2788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53, voting.ibraheembello.com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3474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via Certbot, auto-renew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4160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4160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secrets + chmod 600 .env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48463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0" y="4846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and redis never exposed publicly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got in the 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vote, under retries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check-then-write race could let a user vote twice or double-count.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0488" y="141732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0528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host, many services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has under 1 GB of RAM and already runs the portfolio site.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79476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health in Alpine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4663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failed even though the app was up and listening.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0488" y="379476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builds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4663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behaved differently between the dev machine and the CI image.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IMPLEMENTED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one was solved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64792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16733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guard + unique index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2860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... WHERE has_voted = false, plus ON CONFLICT DO NOTHING on a unique user_id. Retries are safe.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0488" y="141732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0528" y="1764792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30568" y="16733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+ swap + lean images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22860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bind 127.0.0.1 only; the host fronts them. Alpine images and a 2 GB swapfile keep memory in budget.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79476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4142232"/>
            <a:ext cx="164592" cy="164592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050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 health checks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466344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resolves localhost to IPv6 first; pointing checks at 127.0.0.1 fixed every health check.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0488" y="379476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4142232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30568" y="4050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pnpm + frozen lockfile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466344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packageManager pins pnpm, and installs are frozen, so CI and prod match the dev machine exactly.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tested, and automated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943600" cy="1024128"/>
          </a:xfrm>
          <a:prstGeom prst="roundRect">
            <a:avLst>
              <a:gd name="adj" fmla="val 10714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4173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all health-checked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606040"/>
            <a:ext cx="5943600" cy="1024128"/>
          </a:xfrm>
          <a:prstGeom prst="roundRect">
            <a:avLst>
              <a:gd name="adj" fmla="val 10714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06040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60604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built and shipped on every push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794760"/>
            <a:ext cx="5943600" cy="1024128"/>
          </a:xfrm>
          <a:prstGeom prst="roundRect">
            <a:avLst>
              <a:gd name="adj" fmla="val 10714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94760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379476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 with rollback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4983480"/>
            <a:ext cx="5943600" cy="1024128"/>
          </a:xfrm>
          <a:prstGeom prst="roundRect">
            <a:avLst>
              <a:gd name="adj" fmla="val 10714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983480"/>
            <a:ext cx="1737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49834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 custom subdomain</a:t>
            </a:r>
            <a:endParaRPr lang="en-US" sz="1500" dirty="0"/>
          </a:p>
        </p:txBody>
      </p:sp>
      <p:pic>
        <p:nvPicPr>
          <p:cNvPr id="16" name="Image 0" descr="C:/Users/bello/multi-container-voting-app/docs/app-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17320"/>
            <a:ext cx="4754880" cy="2971800"/>
          </a:xfrm>
          <a:prstGeom prst="ellipse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858000" y="45720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end: register, vote, the worker persists it, results update, and a second vote is refused.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polls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0391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admins create and schedule polls, not just the seeded one.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0488" y="141732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0528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alarms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0391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container logs to CloudWatch and alert on CPU or queue depth.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01752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36393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several API and worker replicas behind a load balancer.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90488" y="301752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36393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Postgres to RDS and Redis to ElastiCache with backups.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61772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updates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52395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results instead of polling every few seconds.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90488" y="461772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0528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52395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auth and vote endpoints from abuse.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DEMONSTRATION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CloudVote is production-ready</a:t>
            </a:r>
            <a:endParaRPr lang="en-US" sz="3200" dirty="0"/>
          </a:p>
        </p:txBody>
      </p:sp>
      <p:pic>
        <p:nvPicPr>
          <p:cNvPr id="4" name="Image 0" descr="C:/Users/bello/multi-container-voting-app/docs/app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3657600" cy="2148840"/>
          </a:xfrm>
          <a:prstGeom prst="ellipse">
            <a:avLst/>
          </a:prstGeom>
        </p:spPr>
      </p:pic>
      <p:pic>
        <p:nvPicPr>
          <p:cNvPr id="5" name="Image 1" descr="C:/Users/bello/multi-container-voting-app/docs/app-bal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25880"/>
            <a:ext cx="3657600" cy="2148840"/>
          </a:xfrm>
          <a:prstGeom prst="ellipse">
            <a:avLst/>
          </a:prstGeom>
        </p:spPr>
      </p:pic>
      <p:pic>
        <p:nvPicPr>
          <p:cNvPr id="6" name="Image 2" descr="C:/Users/bello/multi-container-voting-app/docs/app-resul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57600"/>
            <a:ext cx="3657600" cy="2148840"/>
          </a:xfrm>
          <a:prstGeom prst="ellipse">
            <a:avLst/>
          </a:prstGeom>
        </p:spPr>
      </p:pic>
      <p:pic>
        <p:nvPicPr>
          <p:cNvPr id="7" name="Image 3" descr="C:/Users/bello/multi-container-voting-app/docs/app-adm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3657600"/>
            <a:ext cx="3657600" cy="2148840"/>
          </a:xfrm>
          <a:prstGeom prst="ellipse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321040" y="1325880"/>
            <a:ext cx="3291840" cy="4617720"/>
          </a:xfrm>
          <a:prstGeom prst="roundRect">
            <a:avLst>
              <a:gd name="adj" fmla="val 3333"/>
            </a:avLst>
          </a:prstGeom>
          <a:solidFill>
            <a:srgbClr val="161624"/>
          </a:solidFill>
          <a:ln w="12700">
            <a:solidFill>
              <a:srgbClr val="2A2A3C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8549640" y="1508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</a:t>
            </a:r>
            <a:endParaRPr lang="en-US" sz="1800" dirty="0"/>
          </a:p>
        </p:txBody>
      </p:sp>
      <p:sp>
        <p:nvSpPr>
          <p:cNvPr id="10" name="Text 4"/>
          <p:cNvSpPr txBox="1"/>
          <p:nvPr/>
        </p:nvSpPr>
        <p:spPr>
          <a:xfrm>
            <a:off x="8549640" y="2011680"/>
            <a:ext cx="28346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multi-container voting app, containerised, tested, shipped by CI/CD, and deployed on AWS with HTTPS.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voting.ibraheembello.com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C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github.com/ibraheembello/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multi-container-voting-app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CloudVote Capstone</dc:title>
  <dc:subject>PptxGenJS Presentation</dc:subject>
  <dc:creator>Ibraheem Bello</dc:creator>
  <cp:lastModifiedBy>Ibraheem Bello</cp:lastModifiedBy>
  <cp:revision>1</cp:revision>
  <dcterms:created xsi:type="dcterms:W3CDTF">2026-10-11T20:38:15Z</dcterms:created>
  <dcterms:modified xsi:type="dcterms:W3CDTF">2026-10-11T20:38:15Z</dcterms:modified>
</cp:coreProperties>
</file>